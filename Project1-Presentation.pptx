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6A1"/>
    <a:srgbClr val="00C2BC"/>
    <a:srgbClr val="16B9A2"/>
    <a:srgbClr val="00C9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36BF-59D0-024D-9928-313B28596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D2F2A-22DE-4143-9FAD-12CF8481B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6E028-584D-5B4D-AAB2-F4368637F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BBFB0-A75E-A74D-BEB6-2C5844AC5F02}" type="datetimeFigureOut">
              <a:rPr lang="en-US" smtClean="0"/>
              <a:t>3/27/20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46EE2-3666-EF40-B9C4-119BDF04A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2422D-F805-4E40-8AD6-AB3D5420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707A-0637-4340-8A23-9F81D3C87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6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71A7-5919-844E-AC2E-C5708B4A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00585-0A62-B748-9D37-AFCDAC5EA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8866F-B66E-3D44-9452-2773E7E70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BBFB0-A75E-A74D-BEB6-2C5844AC5F02}" type="datetimeFigureOut">
              <a:rPr lang="en-US" smtClean="0"/>
              <a:t>3/27/20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9F02B-DB09-A14C-8A18-D3DAA899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CE4B-1FF8-9B44-9EC4-227C6BAE5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707A-0637-4340-8A23-9F81D3C87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65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CF2B-5A54-5840-83A2-98F7D8D0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11275-6944-5D43-AF2D-56CE8B202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60278-ACBB-0C44-AF82-CC6540A7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BBFB0-A75E-A74D-BEB6-2C5844AC5F02}" type="datetimeFigureOut">
              <a:rPr lang="en-US" smtClean="0"/>
              <a:t>3/27/20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A5926-42B2-B040-B8DF-B6958F6D8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CA600-B148-5C48-BDDA-83799991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707A-0637-4340-8A23-9F81D3C87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3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25600-980B-3E49-BAD3-6BB3308F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E2AFF-31DF-FB4A-A559-352A806505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558BB-63FC-FA4C-B644-C7A67A9F9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3D402-B860-4344-8EA0-CA30AB50B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BBFB0-A75E-A74D-BEB6-2C5844AC5F02}" type="datetimeFigureOut">
              <a:rPr lang="en-US" smtClean="0"/>
              <a:t>3/27/20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065ED-177C-E14F-8EAE-4CC0E1FA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E9226-B1E1-8D42-9DE2-2E2F5822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707A-0637-4340-8A23-9F81D3C87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8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F738-4F59-084C-B089-58C5CFD5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7D131-9518-4C45-940F-C2E53C3C6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E699F-A594-6647-9F8C-459DB4353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8D40F6-CAA9-3F43-9FEB-A879349C9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FF7DBB-0FF9-8E48-982A-A740AE0A0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4AE05-7C8B-3340-B217-F4CFA63B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BBFB0-A75E-A74D-BEB6-2C5844AC5F02}" type="datetimeFigureOut">
              <a:rPr lang="en-US" smtClean="0"/>
              <a:t>3/27/20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1A553-065F-D24A-BD9B-F8A83712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4ECF35-6960-6B48-9EAC-74B28D886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707A-0637-4340-8A23-9F81D3C87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5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68E4-5F0E-C646-B099-88CC53BC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882F3-B5DA-E548-9C0E-EEAA8F177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BBFB0-A75E-A74D-BEB6-2C5844AC5F02}" type="datetimeFigureOut">
              <a:rPr lang="en-US" smtClean="0"/>
              <a:t>3/27/20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37F28C-FA95-3C41-9453-570798CA2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8799B-C8BC-E84B-8206-C73E46C0F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707A-0637-4340-8A23-9F81D3C87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6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7C7D90-BE88-5B4B-80C8-089F8A2A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BBFB0-A75E-A74D-BEB6-2C5844AC5F02}" type="datetimeFigureOut">
              <a:rPr lang="en-US" smtClean="0"/>
              <a:t>3/27/20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14014-AFF0-6C43-AACD-EC1C24E5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1D869-BD83-5140-B5EC-C0FE59FF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707A-0637-4340-8A23-9F81D3C87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08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E610-F963-4C4F-A2F2-DD6F088F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3B7DF-A38D-C146-A392-1CDC6A4AB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4CF0A-26E3-5D45-8AB4-C69075AF9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2B115-7693-EE4E-9609-AE675164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BBFB0-A75E-A74D-BEB6-2C5844AC5F02}" type="datetimeFigureOut">
              <a:rPr lang="en-US" smtClean="0"/>
              <a:t>3/27/20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58FBA-959F-844D-A990-70D9B9A8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A097D-A5F8-7849-B538-DE41E4F4C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707A-0637-4340-8A23-9F81D3C87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3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2D94E-2886-344E-B309-0FE0D61EC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8FF8F5-EF59-8343-9093-1CC0F4229A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CB5DB-0DFC-4B47-B615-631B6E5BE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EF051-20CF-EB43-B720-777F69A7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BBFB0-A75E-A74D-BEB6-2C5844AC5F02}" type="datetimeFigureOut">
              <a:rPr lang="en-US" smtClean="0"/>
              <a:t>3/27/20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450F6-A8EC-C542-8557-667589FD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F87CF-8E59-7145-AF9B-055C45D5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707A-0637-4340-8A23-9F81D3C87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0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039A9-425A-1C4F-8FBF-E7EB745B5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F5F7B-CD28-4B41-8988-83C539344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D2496-3633-B449-ACAE-243B32CF4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BBFB0-A75E-A74D-BEB6-2C5844AC5F02}" type="datetimeFigureOut">
              <a:rPr lang="en-US" smtClean="0"/>
              <a:t>3/27/20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64A80-B7AB-0A4C-B5D1-039E44DC6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7EECC-ADF6-C54D-B1A1-FDC8E37C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707A-0637-4340-8A23-9F81D3C87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7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9F583-E9A0-3548-8592-F6974C7C98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B0695-FF3B-EF45-9024-9D03528BC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E582E-116D-A342-8E9D-28646103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BBFB0-A75E-A74D-BEB6-2C5844AC5F02}" type="datetimeFigureOut">
              <a:rPr lang="en-US" smtClean="0"/>
              <a:t>3/27/20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E8392-4342-8446-AE93-77F7DC12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D20A1-8A30-0E48-9CB1-342A6C4FA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707A-0637-4340-8A23-9F81D3C87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5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86185-6AD0-F145-824D-76C120627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8772F-8E99-9049-A303-FD2F4BD0D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41BA8-5517-8B44-BA29-139712681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BBFB0-A75E-A74D-BEB6-2C5844AC5F02}" type="datetimeFigureOut">
              <a:rPr lang="en-US" smtClean="0"/>
              <a:t>3/27/20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64BA8-EC38-FD4F-854B-09A8B5C08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F45E6-AFEC-3F4D-AA82-BB232AA6A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7707A-0637-4340-8A23-9F81D3C87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5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adds/TravelBuddy" TargetMode="External"/><Relationship Id="rId2" Type="http://schemas.openxmlformats.org/officeDocument/2006/relationships/hyperlink" Target="https://stadds.github.io/TravelBuddy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bg1"/>
            </a:gs>
            <a:gs pos="87500">
              <a:schemeClr val="bg1"/>
            </a:gs>
            <a:gs pos="75000">
              <a:schemeClr val="bg1"/>
            </a:gs>
            <a:gs pos="44999">
              <a:schemeClr val="bg1"/>
            </a:gs>
            <a:gs pos="61000">
              <a:schemeClr val="bg1"/>
            </a:gs>
            <a:gs pos="9000">
              <a:srgbClr val="00C9C2"/>
            </a:gs>
            <a:gs pos="19000">
              <a:srgbClr val="00C2BC"/>
            </a:gs>
            <a:gs pos="3000">
              <a:srgbClr val="00C6A1"/>
            </a:gs>
            <a:gs pos="100000">
              <a:schemeClr val="bg1"/>
            </a:gs>
            <a:gs pos="8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73216A-7BAE-7049-84B8-8A66528731BF}"/>
              </a:ext>
            </a:extLst>
          </p:cNvPr>
          <p:cNvSpPr/>
          <p:nvPr/>
        </p:nvSpPr>
        <p:spPr>
          <a:xfrm>
            <a:off x="3139622" y="2459678"/>
            <a:ext cx="538365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16B9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TravelBuddy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59EA2-910A-1B46-BF38-D7122631F7E3}"/>
              </a:ext>
            </a:extLst>
          </p:cNvPr>
          <p:cNvSpPr txBox="1"/>
          <p:nvPr/>
        </p:nvSpPr>
        <p:spPr>
          <a:xfrm>
            <a:off x="3380197" y="4643919"/>
            <a:ext cx="55237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By: Fabian Guerrier, Sam </a:t>
            </a:r>
            <a:r>
              <a:rPr lang="en-US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Taddonio</a:t>
            </a: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, and Pia Rahman </a:t>
            </a:r>
          </a:p>
        </p:txBody>
      </p:sp>
    </p:spTree>
    <p:extLst>
      <p:ext uri="{BB962C8B-B14F-4D97-AF65-F5344CB8AC3E}">
        <p14:creationId xmlns:p14="http://schemas.microsoft.com/office/powerpoint/2010/main" val="2721588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bg1"/>
            </a:gs>
            <a:gs pos="87500">
              <a:schemeClr val="bg1"/>
            </a:gs>
            <a:gs pos="75000">
              <a:schemeClr val="bg1"/>
            </a:gs>
            <a:gs pos="23000">
              <a:schemeClr val="bg1"/>
            </a:gs>
            <a:gs pos="61000">
              <a:schemeClr val="bg1"/>
            </a:gs>
            <a:gs pos="9000">
              <a:srgbClr val="00C9C2"/>
            </a:gs>
            <a:gs pos="19000">
              <a:srgbClr val="00C2BC"/>
            </a:gs>
            <a:gs pos="3000">
              <a:srgbClr val="00C6A1"/>
            </a:gs>
            <a:gs pos="100000">
              <a:schemeClr val="bg1"/>
            </a:gs>
            <a:gs pos="8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4A8C-49B4-534D-B529-78289F9E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4BA48-B598-D247-8A8C-BFD72546E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318" y="1825625"/>
            <a:ext cx="1036748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Have you ever been interested in other cultures? Satisfy your cultural curiosity with TravelBuddy. A website that allows you to choose any country and get popular recipes and points of interest within the country. The destination is the end. Get hyped!!!</a:t>
            </a:r>
          </a:p>
        </p:txBody>
      </p:sp>
    </p:spTree>
    <p:extLst>
      <p:ext uri="{BB962C8B-B14F-4D97-AF65-F5344CB8AC3E}">
        <p14:creationId xmlns:p14="http://schemas.microsoft.com/office/powerpoint/2010/main" val="1407684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bg1"/>
            </a:gs>
            <a:gs pos="87500">
              <a:schemeClr val="bg1"/>
            </a:gs>
            <a:gs pos="75000">
              <a:schemeClr val="bg1"/>
            </a:gs>
            <a:gs pos="23000">
              <a:schemeClr val="bg1"/>
            </a:gs>
            <a:gs pos="61000">
              <a:schemeClr val="bg1"/>
            </a:gs>
            <a:gs pos="9000">
              <a:srgbClr val="00C9C2"/>
            </a:gs>
            <a:gs pos="19000">
              <a:srgbClr val="00C2BC"/>
            </a:gs>
            <a:gs pos="3000">
              <a:srgbClr val="00C6A1"/>
            </a:gs>
            <a:gs pos="100000">
              <a:schemeClr val="bg1"/>
            </a:gs>
            <a:gs pos="8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F5392-36C9-3845-9F4B-99327415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E4BBF-42CC-5A4A-8BB7-3C6434F0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 fontAlgn="base">
              <a:buNone/>
            </a:pP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Description:</a:t>
            </a:r>
          </a:p>
          <a:p>
            <a:pPr marL="0" indent="0" fontAlgn="base">
              <a:buNone/>
            </a:pPr>
            <a:r>
              <a:rPr lang="en-US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A website to search different countries throughout the world to gather culture and tourism. </a:t>
            </a:r>
          </a:p>
          <a:p>
            <a:pPr marL="0" indent="0" fontAlgn="base">
              <a:buNone/>
            </a:pPr>
            <a:endParaRPr lang="en-US" sz="20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fontAlgn="base">
              <a:buNone/>
            </a:pP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Motivation for development:</a:t>
            </a:r>
          </a:p>
          <a:p>
            <a:pPr marL="0" indent="0" fontAlgn="base">
              <a:buNone/>
            </a:pPr>
            <a:r>
              <a:rPr lang="en-US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Our Full stack class and our project team is very diverse. We wanted to create a cross-cultural project everyone could relate to and use. </a:t>
            </a:r>
          </a:p>
          <a:p>
            <a:pPr marL="0" indent="0" fontAlgn="base">
              <a:buNone/>
            </a:pPr>
            <a:endParaRPr lang="en-US" sz="20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fontAlgn="base">
              <a:buNone/>
            </a:pPr>
            <a:r>
              <a:rPr lang="en-US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User story:</a:t>
            </a:r>
          </a:p>
          <a:p>
            <a:pPr marL="0" indent="0" fontAlgn="base">
              <a:buNone/>
            </a:pPr>
            <a:r>
              <a:rPr lang="en-US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As a traveler I want to be able to explore a culture before I visit by researching its food and sites so that I can get hyped!!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715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bg1"/>
            </a:gs>
            <a:gs pos="87500">
              <a:schemeClr val="bg1"/>
            </a:gs>
            <a:gs pos="75000">
              <a:schemeClr val="bg1"/>
            </a:gs>
            <a:gs pos="23000">
              <a:schemeClr val="bg1"/>
            </a:gs>
            <a:gs pos="61000">
              <a:schemeClr val="bg1"/>
            </a:gs>
            <a:gs pos="9000">
              <a:srgbClr val="00C9C2"/>
            </a:gs>
            <a:gs pos="19000">
              <a:srgbClr val="00C2BC"/>
            </a:gs>
            <a:gs pos="3000">
              <a:srgbClr val="00C6A1"/>
            </a:gs>
            <a:gs pos="100000">
              <a:schemeClr val="bg1"/>
            </a:gs>
            <a:gs pos="8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ACA66-66FA-0249-9A4A-F9D03450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013" y="3753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B7711-29AF-744D-B8F9-9E02BEB93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04" y="1346160"/>
            <a:ext cx="10603787" cy="49553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Technologies used: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Visual Studio Code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PowerPoint 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Google Sheets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JavaScript/jQuery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CSS Framework- Bulma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API’s- musement and recipe buddy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Wireframe-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draw.io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Breakdown of takes and roles: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Fabian- Researched and coded the recipe API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Sam- Coded fronted end and combined JavaScript, ensured compatibility across workstreams, and debugging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Pia- Researched and coded the travel API, and PowerPoint presentation</a:t>
            </a:r>
          </a:p>
          <a:p>
            <a:pPr marL="0" indent="0">
              <a:buNone/>
            </a:pPr>
            <a:r>
              <a:rPr lang="en-US" sz="1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Challenges:</a:t>
            </a:r>
          </a:p>
          <a:p>
            <a:pPr marL="0" indent="0">
              <a:buNone/>
            </a:pPr>
            <a:r>
              <a:rPr lang="en-US" sz="1500" dirty="0">
                <a:latin typeface="Calibri Light" panose="020F0302020204030204" pitchFamily="34" charset="0"/>
                <a:cs typeface="Calibri Light" panose="020F0302020204030204" pitchFamily="34" charset="0"/>
              </a:rPr>
              <a:t>We run into an issue with the travel API. The API stopped responding at one point. The travel API is including most countries. However, it disinclining a few countries. </a:t>
            </a:r>
          </a:p>
          <a:p>
            <a:pPr marL="0" indent="0">
              <a:buNone/>
            </a:pPr>
            <a:r>
              <a:rPr lang="en-US" sz="1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Successes:</a:t>
            </a:r>
            <a:br>
              <a:rPr 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500" dirty="0">
                <a:latin typeface="Calibri Light" panose="020F0302020204030204" pitchFamily="34" charset="0"/>
                <a:cs typeface="Calibri Light" panose="020F0302020204030204" pitchFamily="34" charset="0"/>
              </a:rPr>
              <a:t>Overall , our team has been successful completing this project. We have only ran into one difficulty throughout the project.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3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7000">
              <a:schemeClr val="bg1"/>
            </a:gs>
            <a:gs pos="87500">
              <a:schemeClr val="bg1"/>
            </a:gs>
            <a:gs pos="75000">
              <a:schemeClr val="bg1"/>
            </a:gs>
            <a:gs pos="68000">
              <a:schemeClr val="bg1"/>
            </a:gs>
            <a:gs pos="64000">
              <a:schemeClr val="bg1"/>
            </a:gs>
            <a:gs pos="9000">
              <a:srgbClr val="00C9C2"/>
            </a:gs>
            <a:gs pos="19000">
              <a:srgbClr val="00C2BC"/>
            </a:gs>
            <a:gs pos="3000">
              <a:srgbClr val="00C6A1"/>
            </a:gs>
            <a:gs pos="100000">
              <a:schemeClr val="bg1"/>
            </a:gs>
            <a:gs pos="8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BD9DB-C1CC-3145-88A8-628A35867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Demo</a:t>
            </a:r>
          </a:p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7914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bg1"/>
            </a:gs>
            <a:gs pos="87500">
              <a:schemeClr val="bg1"/>
            </a:gs>
            <a:gs pos="75000">
              <a:schemeClr val="bg1"/>
            </a:gs>
            <a:gs pos="23000">
              <a:schemeClr val="bg1"/>
            </a:gs>
            <a:gs pos="61000">
              <a:schemeClr val="bg1"/>
            </a:gs>
            <a:gs pos="9000">
              <a:srgbClr val="00C9C2"/>
            </a:gs>
            <a:gs pos="19000">
              <a:srgbClr val="00C2BC"/>
            </a:gs>
            <a:gs pos="3000">
              <a:srgbClr val="00C6A1"/>
            </a:gs>
            <a:gs pos="100000">
              <a:schemeClr val="bg1"/>
            </a:gs>
            <a:gs pos="8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A5F450-1508-5D4E-9F72-838C552DDF84}"/>
              </a:ext>
            </a:extLst>
          </p:cNvPr>
          <p:cNvSpPr txBox="1"/>
          <p:nvPr/>
        </p:nvSpPr>
        <p:spPr>
          <a:xfrm>
            <a:off x="1373854" y="431079"/>
            <a:ext cx="9191106" cy="7294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Directions for Future Development</a:t>
            </a: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500" dirty="0">
                <a:latin typeface="Calibri Light" panose="020F0302020204030204" pitchFamily="34" charset="0"/>
                <a:cs typeface="Calibri Light" panose="020F0302020204030204" pitchFamily="34" charset="0"/>
              </a:rPr>
              <a:t>If we had 2 weeks added to the duration of this project, then we would add other cultural facts such as </a:t>
            </a:r>
          </a:p>
          <a:p>
            <a:r>
              <a:rPr lang="en-US" sz="1500" dirty="0">
                <a:latin typeface="Calibri Light" panose="020F0302020204030204" pitchFamily="34" charset="0"/>
                <a:cs typeface="Calibri Light" panose="020F0302020204030204" pitchFamily="34" charset="0"/>
              </a:rPr>
              <a:t>music, flight bookings, hotels, car rentals, and lastly shopping. </a:t>
            </a:r>
          </a:p>
          <a:p>
            <a:endParaRPr lang="en-US" sz="15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500" dirty="0">
                <a:latin typeface="Calibri Light" panose="020F0302020204030204" pitchFamily="34" charset="0"/>
                <a:cs typeface="Calibri Light" panose="020F0302020204030204" pitchFamily="34" charset="0"/>
              </a:rPr>
              <a:t>We would have also liked to make  drop down keyboard accessible and more time to debug edge cases.</a:t>
            </a: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600" b="1" dirty="0">
                <a:solidFill>
                  <a:srgbClr val="00C6A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thoughts:</a:t>
            </a: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500" dirty="0">
                <a:latin typeface="Calibri Light" panose="020F0302020204030204" pitchFamily="34" charset="0"/>
                <a:cs typeface="Calibri Light" panose="020F0302020204030204" pitchFamily="34" charset="0"/>
              </a:rPr>
              <a:t>If we had a week to research and decide on a topic, then we would start of with researching an API first. </a:t>
            </a:r>
          </a:p>
          <a:p>
            <a:r>
              <a:rPr lang="en-US" sz="1500" dirty="0">
                <a:latin typeface="Calibri Light" panose="020F0302020204030204" pitchFamily="34" charset="0"/>
                <a:cs typeface="Calibri Light" panose="020F0302020204030204" pitchFamily="34" charset="0"/>
              </a:rPr>
              <a:t>One of the reason begin, we had a very tough time finding a proper tourist API for this project. </a:t>
            </a: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600" b="1" dirty="0">
                <a:solidFill>
                  <a:srgbClr val="00C6A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Advice to share:</a:t>
            </a:r>
          </a:p>
          <a:p>
            <a:endParaRPr lang="en-US" b="1" dirty="0">
              <a:solidFill>
                <a:srgbClr val="00C6A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5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en-US" sz="15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Uconn</a:t>
            </a:r>
            <a:r>
              <a:rPr lang="en-US" sz="1500" dirty="0">
                <a:latin typeface="Calibri Light" panose="020F0302020204030204" pitchFamily="34" charset="0"/>
                <a:cs typeface="Calibri Light" panose="020F0302020204030204" pitchFamily="34" charset="0"/>
              </a:rPr>
              <a:t> Bootcamp should consider sharing in depth information regarding the projects, so students can start their </a:t>
            </a:r>
          </a:p>
          <a:p>
            <a:r>
              <a:rPr lang="en-US" sz="1500" dirty="0">
                <a:latin typeface="Calibri Light" panose="020F0302020204030204" pitchFamily="34" charset="0"/>
                <a:cs typeface="Calibri Light" panose="020F0302020204030204" pitchFamily="34" charset="0"/>
              </a:rPr>
              <a:t>research prior hand. It will also be very helpful if free API’s can be advertised better. </a:t>
            </a:r>
          </a:p>
          <a:p>
            <a:endParaRPr lang="en-US" sz="1500" b="1" dirty="0">
              <a:solidFill>
                <a:srgbClr val="00C6A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500" dirty="0">
                <a:latin typeface="Calibri Light" panose="020F0302020204030204" pitchFamily="34" charset="0"/>
                <a:cs typeface="Calibri Light" panose="020F0302020204030204" pitchFamily="34" charset="0"/>
              </a:rPr>
              <a:t>Students should think about project topics beforehand, in order to collaborate when assigned by the teacher. </a:t>
            </a: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600" dirty="0"/>
          </a:p>
          <a:p>
            <a:endParaRPr lang="en-US" sz="1600" dirty="0"/>
          </a:p>
          <a:p>
            <a:endParaRPr lang="en-US" sz="1200" dirty="0"/>
          </a:p>
          <a:p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284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bg1"/>
            </a:gs>
            <a:gs pos="87500">
              <a:schemeClr val="bg1"/>
            </a:gs>
            <a:gs pos="75000">
              <a:schemeClr val="bg1"/>
            </a:gs>
            <a:gs pos="23000">
              <a:schemeClr val="bg1"/>
            </a:gs>
            <a:gs pos="61000">
              <a:schemeClr val="bg1"/>
            </a:gs>
            <a:gs pos="9000">
              <a:srgbClr val="00C9C2"/>
            </a:gs>
            <a:gs pos="19000">
              <a:srgbClr val="00C2BC"/>
            </a:gs>
            <a:gs pos="3000">
              <a:srgbClr val="00C6A1"/>
            </a:gs>
            <a:gs pos="100000">
              <a:schemeClr val="bg1"/>
            </a:gs>
            <a:gs pos="8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FA7FDB-F144-9742-8DFA-F1679BB080D3}"/>
              </a:ext>
            </a:extLst>
          </p:cNvPr>
          <p:cNvSpPr txBox="1"/>
          <p:nvPr/>
        </p:nvSpPr>
        <p:spPr>
          <a:xfrm>
            <a:off x="996593" y="1712592"/>
            <a:ext cx="3821431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Deployed:</a:t>
            </a: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https://stadds.github.io/TravelBuddy/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GitHub repo: </a:t>
            </a: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https://github.com/stadds/TravelBuddy</a:t>
            </a:r>
            <a:endParaRPr lang="en-US" dirty="0">
              <a:solidFill>
                <a:schemeClr val="accent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F54D6C-2FD1-4B42-8B10-5D16A4073368}"/>
              </a:ext>
            </a:extLst>
          </p:cNvPr>
          <p:cNvSpPr txBox="1"/>
          <p:nvPr/>
        </p:nvSpPr>
        <p:spPr>
          <a:xfrm>
            <a:off x="5294174" y="624388"/>
            <a:ext cx="130125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Links</a:t>
            </a:r>
          </a:p>
          <a:p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9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463</Words>
  <Application>Microsoft Macintosh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Elevator Pitch</vt:lpstr>
      <vt:lpstr>Concept</vt:lpstr>
      <vt:lpstr>Process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21</cp:revision>
  <dcterms:created xsi:type="dcterms:W3CDTF">2020-03-27T00:01:12Z</dcterms:created>
  <dcterms:modified xsi:type="dcterms:W3CDTF">2020-03-27T23:47:17Z</dcterms:modified>
</cp:coreProperties>
</file>